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12192000" cy="6858000"/>
  <p:embeddedFontLs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4be7e97e3_0_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e4be7e97e3_0_2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4be7e97e3_0_2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e4be7e97e3_0_2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be7e97e3_0_3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e4be7e97e3_0_3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4be7e97e3_0_3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e4be7e97e3_0_3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4be7e97e3_0_4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e4be7e97e3_0_4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be7e97e3_0_4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e4be7e97e3_0_4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2950844" y="1237868"/>
            <a:ext cx="629031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363118" y="1699643"/>
            <a:ext cx="11367770" cy="411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1068557" y="6465214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155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2950844" y="1237868"/>
            <a:ext cx="629031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1068557" y="6465214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155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1068557" y="6465214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155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2950844" y="1237868"/>
            <a:ext cx="629031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1068557" y="6465214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155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1068557" y="6465214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155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2255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2950844" y="1237868"/>
            <a:ext cx="629031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63118" y="1699643"/>
            <a:ext cx="11367770" cy="411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1068557" y="6465214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1557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155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nish_ashwin.patni@utt.fr" TargetMode="External"/><Relationship Id="rId4" Type="http://schemas.openxmlformats.org/officeDocument/2006/relationships/hyperlink" Target="mailto:krisha.devannavar@utt.fr" TargetMode="External"/><Relationship Id="rId5" Type="http://schemas.openxmlformats.org/officeDocument/2006/relationships/hyperlink" Target="mailto:lyudmil.apostolov@utt.f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4" name="Google Shape;44;p7"/>
          <p:cNvSpPr txBox="1"/>
          <p:nvPr>
            <p:ph type="title"/>
          </p:nvPr>
        </p:nvSpPr>
        <p:spPr>
          <a:xfrm>
            <a:off x="2024250" y="1577358"/>
            <a:ext cx="81438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NF06_EN - </a:t>
            </a: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Friday Group 7 </a:t>
            </a:r>
            <a:endParaRPr sz="4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11068557" y="6465214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557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2095700" y="2563175"/>
            <a:ext cx="81438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E-commerce Delivery Management System in C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Anish Patni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Lyudmil Apostolov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Krisha Devannavar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anish_ashwin.patni@utt.fr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krisha.devannavar@utt.fr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lyudmil.apostolov@utt.fr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11068557" y="6465214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557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2468400" y="1363025"/>
            <a:ext cx="72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the system does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8"/>
          <p:cNvSpPr txBox="1"/>
          <p:nvPr/>
        </p:nvSpPr>
        <p:spPr>
          <a:xfrm>
            <a:off x="945825" y="2491725"/>
            <a:ext cx="103671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Customer browse a product catalog loaded from a CSV file, build a cart &amp; place orders with a priority level that can be chosen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Administrators process deliveries using a priority scheduling rule and track total revenue and completed deliveries 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orders are managed in memory using two priority queues and a delivery history is saved to a daily log file 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11068557" y="6465214"/>
            <a:ext cx="2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557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9"/>
          <p:cNvSpPr txBox="1"/>
          <p:nvPr/>
        </p:nvSpPr>
        <p:spPr>
          <a:xfrm>
            <a:off x="2468400" y="1363025"/>
            <a:ext cx="72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structures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0" name="Google Shape;6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5850" y="4571997"/>
            <a:ext cx="3516150" cy="2146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5850" y="2040125"/>
            <a:ext cx="3516156" cy="2142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9"/>
          <p:cNvSpPr txBox="1"/>
          <p:nvPr/>
        </p:nvSpPr>
        <p:spPr>
          <a:xfrm>
            <a:off x="495300" y="2160250"/>
            <a:ext cx="67512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products stored in a fixed array of Product structs, loaded once at startup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Orders stored as a linked list — grows dynamically, no fixed size limit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Two separate queues: one for priority 1, one for priority 2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11068557" y="6465214"/>
            <a:ext cx="2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557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0"/>
          <p:cNvSpPr txBox="1"/>
          <p:nvPr/>
        </p:nvSpPr>
        <p:spPr>
          <a:xfrm>
            <a:off x="2468400" y="1363025"/>
            <a:ext cx="72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Queue System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" name="Google Shape;69;p10"/>
          <p:cNvSpPr txBox="1"/>
          <p:nvPr/>
        </p:nvSpPr>
        <p:spPr>
          <a:xfrm>
            <a:off x="731525" y="2834650"/>
            <a:ext cx="822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*** I suggest inserting a diagram of the two queues with arrows showing FIFO direction. A few bullet points is enough per slide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11068557" y="6465214"/>
            <a:ext cx="2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557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11"/>
          <p:cNvSpPr txBox="1"/>
          <p:nvPr/>
        </p:nvSpPr>
        <p:spPr>
          <a:xfrm>
            <a:off x="2468400" y="1363025"/>
            <a:ext cx="72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Customer mode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11068557" y="6465214"/>
            <a:ext cx="2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557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2"/>
          <p:cNvSpPr txBox="1"/>
          <p:nvPr/>
        </p:nvSpPr>
        <p:spPr>
          <a:xfrm>
            <a:off x="2468400" y="1363025"/>
            <a:ext cx="72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Administrator mode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11068557" y="6465214"/>
            <a:ext cx="2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557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468400" y="1363025"/>
            <a:ext cx="72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Demo 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11068557" y="6465214"/>
            <a:ext cx="2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557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468400" y="1363025"/>
            <a:ext cx="72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Conclusion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31450" y="2234550"/>
            <a:ext cx="110817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Fully functional e-commerce delivery system implemented in C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Priority queue system correctly schedules deliveries across two FIFO linked lists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Product catalog loads and saves dynamically from a CSV file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Delivery history automatically logged to a daily file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Improvements that can be made:</a:t>
            </a:r>
            <a:endParaRPr b="1"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# Write down anything that you feel that could’ve been added etc.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